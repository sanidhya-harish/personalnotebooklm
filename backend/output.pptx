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Ogilvy_presentation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Ogilvy on Advertising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Written by David Ogilvy, a renowned figure in advertising</a:t>
            </a:r>
          </a:p>
          <a:p>
            <a:r>
              <a:t>Essential guide covering various topics in advertising</a:t>
            </a:r>
          </a:p>
          <a:p>
            <a:r>
              <a:t>Shares invaluable insights and experiences in an engaging manner</a:t>
            </a:r>
          </a:p>
          <a:p>
            <a:r>
              <a:t>Covers how to land a job in advertising and more</a:t>
            </a:r>
          </a:p>
          <a:p>
            <a:r>
              <a:t>Emphasizes the importance of strong leadership in advertising agencies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in Advertising Agencies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leadership is vital for success in advertising agencies</a:t>
            </a:r>
          </a:p>
          <a:p>
            <a:r>
              <a:t>Leaders must inspire a joyful environment to boost morale and enthusiasm</a:t>
            </a:r>
          </a:p>
          <a:p>
            <a:r>
              <a:t>Leadership drives the agency's success through better teamwork and client service</a:t>
            </a:r>
          </a:p>
          <a:p>
            <a:r>
              <a:t>Critical thinking is key in advertising agency leadership</a:t>
            </a:r>
          </a:p>
          <a:p>
            <a:r>
              <a:t>Prioritizing a joyful environment is crucial for success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Truthfulness in Advertising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Ogilvy defends the integrity of advertising</a:t>
            </a:r>
          </a:p>
          <a:p>
            <a:r>
              <a:t>Legal scrutiny minimizes deceptive practices</a:t>
            </a:r>
          </a:p>
          <a:p>
            <a:r>
              <a:t>Commercial advertising faces ethical reviews</a:t>
            </a:r>
          </a:p>
          <a:p>
            <a:r>
              <a:t>Accusations of manipulation in advertising are dismissed</a:t>
            </a:r>
          </a:p>
          <a:p>
            <a:r>
              <a:t>Government advertising may produce misleading information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Advertising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Renaissance in print advertising is predicted</a:t>
            </a:r>
          </a:p>
          <a:p>
            <a:r>
              <a:t>Advertising will contain more information and less hype</a:t>
            </a:r>
          </a:p>
          <a:p>
            <a:r>
              <a:t>Clutter of commercials on TV and radio will be controlled</a:t>
            </a:r>
          </a:p>
          <a:p>
            <a:r>
              <a:t>Increase in use of advertising by governments for education</a:t>
            </a:r>
          </a:p>
          <a:p>
            <a:r>
              <a:t>Candidates will stop using dishonest advertising</a:t>
            </a:r>
          </a:p>
          <a:p>
            <a:r>
              <a:t>Quality of advertising will improve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Effectiveness of Headlines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Headlines should promise a benefit or provide news</a:t>
            </a:r>
          </a:p>
          <a:p>
            <a:r>
              <a:t>Specificity and emotional impact are crucial</a:t>
            </a:r>
          </a:p>
          <a:p>
            <a:r>
              <a:t>Headlines should be straightforward and easy to understand</a:t>
            </a:r>
          </a:p>
          <a:p>
            <a:r>
              <a:t>Ogilvy suggests improving headline effectiveness</a:t>
            </a:r>
          </a:p>
          <a:p>
            <a:r>
              <a:t>Emotional connection with the reader is key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Audience Targeting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Targeting is essential in print advertisements</a:t>
            </a:r>
          </a:p>
          <a:p>
            <a:r>
              <a:t>Understanding the audience's context is crucial</a:t>
            </a:r>
          </a:p>
          <a:p>
            <a:r>
              <a:t>Advertisers should focus on the audience's needs</a:t>
            </a:r>
          </a:p>
          <a:p>
            <a:r>
              <a:t>Targeting helps in creating effective advertisements</a:t>
            </a:r>
          </a:p>
          <a:p>
            <a:r>
              <a:t>Ogilvy emphasizes the importance of audience targeting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Research in Advertising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is essential in understanding the product and market</a:t>
            </a:r>
          </a:p>
          <a:p>
            <a:r>
              <a:t>Compelling advertising resonates with potential buyers</a:t>
            </a:r>
          </a:p>
          <a:p>
            <a:r>
              <a:t>Positioning defines how a product is perceived in the market</a:t>
            </a:r>
          </a:p>
          <a:p>
            <a:r>
              <a:t>Unique attributes and alignment are key to positioning</a:t>
            </a:r>
          </a:p>
          <a:p>
            <a:r>
              <a:t>Ogilvy believes in the power of research to enhance campaign effectiveness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Ogilvy on Advertising provides invaluable insights</a:t>
            </a:r>
          </a:p>
          <a:p>
            <a:r>
              <a:t>Strong leadership and truthful advertising are crucial</a:t>
            </a:r>
          </a:p>
          <a:p>
            <a:r>
              <a:t>Effective headlines and audience targeting are key</a:t>
            </a:r>
          </a:p>
          <a:p>
            <a:r>
              <a:t>Research plays a vital role in advertising success</a:t>
            </a:r>
          </a:p>
          <a:p>
            <a:r>
              <a:t>Ogilvy's principles can be applied to various marketing contexts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